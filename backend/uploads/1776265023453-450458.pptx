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Funksionallik amalga oshirilish darajasi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Funksiyalar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Auth</c:v>
                  </c:pt>
                  <c:pt idx="1">
                    <c:v>CRUD</c:v>
                  </c:pt>
                  <c:pt idx="2">
                    <c:v>Search</c:v>
                  </c:pt>
                  <c:pt idx="3">
                    <c:v>Notif</c:v>
                  </c:pt>
                  <c:pt idx="4">
                    <c:v>Admin</c:v>
                  </c:pt>
                  <c:pt idx="5">
                    <c:v>File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90</c:v>
                </c:pt>
                <c:pt idx="2">
                  <c:v>85</c:v>
                </c:pt>
                <c:pt idx="3">
                  <c:v>80</c:v>
                </c:pt>
                <c:pt idx="4">
                  <c:v>88</c:v>
                </c:pt>
                <c:pt idx="5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457200" cy="49971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"/>
            <a:ext cx="54864" cy="49971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229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HUJJATLARINI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BOSHQARISH TIZIMI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va SQLite asosidagi Veb-ilova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ishlab chiquvchisi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yil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| Flask | SQLite | Bootstrap 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 / 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54864" cy="43159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MUNDARIJA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" y="960120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960120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78408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haqida umumiy ma'lumot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35024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" y="1335024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353312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va maqsad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" y="1709928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" y="170992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728216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 steki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" y="2084832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" y="208483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103120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 arxitekturasi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2459736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" y="245973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478024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funksionalligi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" y="2834640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" y="2834640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852928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interfeysi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" y="3209544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" y="3209544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227832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mexanizmlari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" y="3584448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" y="358444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602736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kategoriyalari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" y="3959352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37160" y="395935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977640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" y="4334256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7160" y="433425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352544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Muddatlarni boshqarish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960120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960120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978408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funksiyasi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1335024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1335024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135331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va sozlamalar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1709928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09160" y="170992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1728216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boshqaruvi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2084832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09160" y="208483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20640" y="2103120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arxitekturasi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2459736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09160" y="245973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20640" y="2478024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 va tahlil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09160" y="2834640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09160" y="2834640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20640" y="2852928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tomonlar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09160" y="3209544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09160" y="3209544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20640" y="322783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Kamchiliklar va takomillashtirish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09160" y="3584448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709160" y="358444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18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20640" y="3602736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09160" y="3959352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709160" y="395935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19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120640" y="3977640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Foydalanilgan adabiyotlar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709160" y="4334256"/>
            <a:ext cx="347472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709160" y="433425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20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120640" y="4352544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 va javoblar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LOYIHA HAQIDA UMUMIY MA'LUMOT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3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nomi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Hujjatlarini Boshqarish Tizimi — bu hujjatlarni raqamli formatda saqlash, qidirish va boshqarish uchun yaratilgan zamonaviy veb-ilova.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914400"/>
            <a:ext cx="4480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91440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0584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Texnologik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128016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 3 + Flask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 + Bootstrap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SQLite3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SHA-256 hashli parol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64008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26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Tizimda ikki turdagi foydalanuvchi mavjud: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— barcha hujjat va foydalanuvchilarni boshqaradi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— faqat o'z hujjatlarini ko'radi va boshqaradi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2834640"/>
            <a:ext cx="44805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834640"/>
            <a:ext cx="64008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9260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320040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Korxona yoki muassasalardagi arxiv hujjatlarini tartibli saqlash, muddatlarni nazorat qilish va tezkor qidiruv imkonini ta'minlash.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MUAMMO VA MAQSAD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4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84048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MUAMMO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3840480" cy="411480"/>
          </a:xfrm>
          <a:prstGeom prst="rect">
            <a:avLst/>
          </a:prstGeom>
          <a:solidFill>
            <a:srgbClr val="FFF0EE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53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Qog'oz hujjatlar yo'qolishi yoki shikastlanishi mumkin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3840480" cy="411480"/>
          </a:xfrm>
          <a:prstGeom prst="rect">
            <a:avLst/>
          </a:prstGeom>
          <a:solidFill>
            <a:srgbClr val="FFF0EE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Hujjatlarni qidirish vaqt talab etadi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76856"/>
            <a:ext cx="3840480" cy="411480"/>
          </a:xfrm>
          <a:prstGeom prst="rect">
            <a:avLst/>
          </a:prstGeom>
          <a:solidFill>
            <a:srgbClr val="FFF0EE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04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Muddatlar kuzatilmaydi — jarima xavfi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52344"/>
            <a:ext cx="3840480" cy="411480"/>
          </a:xfrm>
          <a:prstGeom prst="rect">
            <a:avLst/>
          </a:prstGeom>
          <a:solidFill>
            <a:srgbClr val="FFF0EE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797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Ruxsatsiz kirish nazorat qilinmaydi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27832"/>
            <a:ext cx="3840480" cy="411480"/>
          </a:xfrm>
          <a:prstGeom prst="rect">
            <a:avLst/>
          </a:prstGeom>
          <a:solidFill>
            <a:srgbClr val="FFF0EE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552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Hujjatlar tarqoq saqlanganligi sababli tartibsizlik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914400"/>
            <a:ext cx="38404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YECHIM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325880"/>
            <a:ext cx="384048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353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Barcha hujjatlar raqamli formatda xavfsiz saqlanadi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1801368"/>
            <a:ext cx="384048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 va nom bo'yicha tezkor qidiruv tizimi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276856"/>
            <a:ext cx="384048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304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Avtomatik muddat hisoblash va ogohlantirish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752344"/>
            <a:ext cx="384048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7797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Rol-asosli kirish huquqi nazorati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227832"/>
            <a:ext cx="384048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2552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Kategoriya bo'yicha tartibli arxivlash tizimi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TEXNOLOGIYALAR STEKI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5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dasturlash tili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7099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Ob'ektga yo'naltirilgan, yuqori darajali dasturlash tili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 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7099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Yengil va moslashuvchan micro-framework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2743200" cy="411480"/>
          </a:xfrm>
          <a:prstGeom prst="rect">
            <a:avLst/>
          </a:prstGeom>
          <a:solidFill>
            <a:srgbClr val="003B57"/>
          </a:solidFill>
          <a:ln w="12700">
            <a:solidFill>
              <a:srgbClr val="003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7099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Fayl-asosli, server talab qilmaydigan RDBMS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880360"/>
            <a:ext cx="2743200" cy="41148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6301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dizayn uchun CSS/JS kutubxonasi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880360"/>
            <a:ext cx="2743200" cy="411480"/>
          </a:xfrm>
          <a:prstGeom prst="rect">
            <a:avLst/>
          </a:prstGeom>
          <a:solidFill>
            <a:srgbClr val="B41717"/>
          </a:solidFill>
          <a:ln w="12700">
            <a:solidFill>
              <a:srgbClr val="B417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Shablon mexanizmi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6301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bilan integratsiyalashgan HTML shablon tizimi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880360"/>
            <a:ext cx="2743200" cy="411480"/>
          </a:xfrm>
          <a:prstGeom prst="rect">
            <a:avLst/>
          </a:prstGeom>
          <a:solidFill>
            <a:srgbClr val="005571"/>
          </a:solidFill>
          <a:ln w="12700">
            <a:solidFill>
              <a:srgbClr val="0055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kutubxonasi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6301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nomi himoyasi va boshqa xavfsizlik vositalari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MA'LUMOTLAR BAZASI ARXITEKTURASI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6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97A"/>
                </a:solidFill>
              </a:rPr>
              <a:t>📋  USERS jadvali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39319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53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 AUTOINCREMENT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007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1700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UNIQUE — Foydalanuvchi nomi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20824"/>
            <a:ext cx="39319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482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2048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SHA-256 xeshlangan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68296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95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To'liq ism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15768"/>
            <a:ext cx="39319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'admin' | 'user'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63240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2588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Elektron pochta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10712"/>
            <a:ext cx="393192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3438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Avatar fayl nomi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97A"/>
                </a:solidFill>
              </a:rPr>
              <a:t>📄  DOCUMENTS jadvali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1325880"/>
            <a:ext cx="429768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353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1353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PK — Maxsus ID (IM-001)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1673352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7007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06440" y="1700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Hujjat nomi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2020824"/>
            <a:ext cx="429768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0482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06440" y="20482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Muallif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368296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395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06440" y="23957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Tavsif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2715768"/>
            <a:ext cx="429768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06440" y="2743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Hujjat turi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3063240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090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06440" y="3090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Fizik joylashuv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410712"/>
            <a:ext cx="429768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4381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storage_type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06440" y="3438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Saqlash muddati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3758184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expire_date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06440" y="37856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Muddat tugash sanasi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4105656"/>
            <a:ext cx="4297680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4133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06440" y="4133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Fayl yo'li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0" y="4453128"/>
            <a:ext cx="4297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uploaded_by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80644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 → users.id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206240" y="3017520"/>
            <a:ext cx="3657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4160520" y="2834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FK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TIZIM FUNKSIONALLIGI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7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64008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Autentifikatsiya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o'tish, kirish va chiqish. Parol SHA-256 bilan xeshlanadi.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64008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➕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qo'shish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yuklash, kategoriya tanlash, muddatni belgilash va avtomatik ID yaratish.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64008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55080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Tahrirlash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19202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o'z hujjatini tahrirlay oladi: nom, muallif, tavsif va joylashuvni.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26080"/>
            <a:ext cx="64008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🗑️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11480" y="3566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O'chirish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8862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bazadan va diskdan o'chiriladi. Faqat egasi o'chira oladi.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926080"/>
            <a:ext cx="64008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83280" y="3566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8862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va nom bo'yicha real-vaqt qidiruv. Admin barcha, user faqat o'zini ko'radi.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926080"/>
            <a:ext cx="64008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355080" y="3566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Muddatlar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38862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kun qolganida ogohlantirish, muddati o'tganda alohida belgi ko'rsatiladi.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FOYDALANUVCHI INTERFEYSI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8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Arxiv Pro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0116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182880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3619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Yangi Qo'shish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Profilim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90779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Sozlamalar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Foydalanuvchilar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82219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Chiqish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914400"/>
            <a:ext cx="640080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105156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1078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Hujjat qidirish...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1554480"/>
            <a:ext cx="60350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1572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1572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Kategoriya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1572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8660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18120" y="1572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Amallar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1920240"/>
            <a:ext cx="6035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1947672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IM-001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46120" y="194767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tadqiqot...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194767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maqola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947672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86600" y="194767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Faol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75320" y="1947672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✏ 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51760" y="2304288"/>
            <a:ext cx="60350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2331720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DI-002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46120" y="233172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Magistrlik ishi...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233172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Dissertatsiya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2331720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2026-12-30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233172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85 kun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75320" y="2331720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✏ 🗑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51760" y="2688336"/>
            <a:ext cx="6035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271576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SH-003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46120" y="271576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 shartn...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74920" y="271576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72200" y="2715768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2025-03-10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086600" y="271576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Muddati...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2715768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✏ 🗑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8006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DA2B5"/>
                </a:solidFill>
              </a:rPr>
              <a:t>Dashboard ko'rinishi — sidebar navigatsiya + jadval asosidagi bosh sahifa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XAVFSIZLIK MEXANIZMLARI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9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SHA-256 Parol Xeshlash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paroli hech qachon ochiq matn sifatida saqlanmaydi. hashlib.sha256() yordamida xeshlanadi va bazaga shu shaklda yoziladi.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Session asosidagi autentifikatsiya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8988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session mexanizmi orqali foydalanuvchi holati saqlanadi. login_required dekorator himoyalangan sahifalarga kirishni cheklaydi.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411480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Rol asosidagi huquq nazorati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35584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va oddiy foydalanuvchi huquqlari ajratilgan. Foydalanuvchi faqat o'z hujjatlarini ko'ra, tahrirlashi va o'chira oladi.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80360"/>
            <a:ext cx="4114800" cy="4114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Fayl nomi himoyasi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35584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secure_filename() funksiyasi zararli fayl nomlarini tozalaydi. Duplicate fayl yuklash tekshiruvi mavjud.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HUJJAT KATEGORIYALARI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10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85800" cy="841248"/>
          </a:xfrm>
          <a:prstGeom prst="rect">
            <a:avLst/>
          </a:prstGeom>
          <a:solidFill>
            <a:srgbClr val="B78103"/>
          </a:solidFill>
          <a:ln w="12700">
            <a:solidFill>
              <a:srgbClr val="B781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033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maqola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624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tadqiqot natijalari, maqolalar va publikatsiyalar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20240"/>
            <a:ext cx="685800" cy="841248"/>
          </a:xfrm>
          <a:prstGeom prst="rect">
            <a:avLst/>
          </a:prstGeom>
          <a:solidFill>
            <a:srgbClr val="0061C1"/>
          </a:solidFill>
          <a:ln w="12700">
            <a:solidFill>
              <a:srgbClr val="0061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2024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Dissertatsiya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22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Bakalavr, magistrlik va doktorlik dissertatsiyalari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685800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8036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953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2826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va texnik hisobotlar, yillik bayonnomalar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40480"/>
            <a:ext cx="68580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4048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2428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 shartnomalar, buyurtma shartnomalari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960120"/>
            <a:ext cx="685800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96012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GU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1033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Guvohnoma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13624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Sertifikatlar, litsenziyalar va rasmiy guvohnomalar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192024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920240"/>
            <a:ext cx="68580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92024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hujjati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2322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va arxivlangan rasmiy hujjatlar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288036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880360"/>
            <a:ext cx="685800" cy="8412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88036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2953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32826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Yuqoridagi kategoriyalarga kirmaydigan boshqa hujjatlar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| ADMIN PANEL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11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183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Admin panelga faqat role='admin' bo'lgan foydalanuvchilar kira oladi. Boshqalar avtomatik ravishda dashboard sahifasiga yo'naltiriladi.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Barcha hujjatlarni ko'rish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20116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tizimda barcha foydalanuvchilar yuklagan hujjatlarni ko'rishi mumkin. Kim yuklagan (owner) ko'rsatiladi.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Foydalanuvchilar ro'yxati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984248"/>
            <a:ext cx="20116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8483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/admin/users sahifasida barcha ro'yxatdan o'tgan foydalanuvchilar ID, ism, username va rol bilan ko'rsatiladi.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Foydalanuvchi o'chirish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984248"/>
            <a:ext cx="20116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8483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istagan foydalanuvchini o'chira oladi. O'chirilganda uning barcha hujjatlari ham bazadan o'chiriladi.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O'z-o'zini o'chira olmaydi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675888"/>
            <a:ext cx="20116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7647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o'z akkauntini o'chira olmaydi — tizim bu holatni tekshirib, ogohlantirish ko'rsatadi.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2461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3756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Global qidiruv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3675888"/>
            <a:ext cx="20116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77647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qidiruvda barcha foydalanuvchilarning hujjatlari ko'rinadi, oddiy user esa faqat o'zinikini qidira oladi.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32461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To'liq statistika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675888"/>
            <a:ext cx="20116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77647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da barcha hujjatlar umumiy sanalganda admin uchun tizim bo'yicha umumiy ko'rsatkich ko'rsatiladi.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| MUDDATLARNI BOSHQARISH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12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97A"/>
                </a:solidFill>
              </a:rPr>
              <a:t>SAQLASH MUDDATI TURLARI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 yil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365 kun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3716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71600"/>
            <a:ext cx="2011680" cy="73152"/>
          </a:xfrm>
          <a:prstGeom prst="rect">
            <a:avLst/>
          </a:prstGeom>
          <a:solidFill>
            <a:srgbClr val="0061C1"/>
          </a:solidFill>
          <a:ln w="12700">
            <a:solidFill>
              <a:srgbClr val="0061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10 yil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3,650 kun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7160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30 yil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10,950 kun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371600"/>
            <a:ext cx="20116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Maxsus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Yil + Oy kiritiladi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</a:rPr>
              <a:t>OGOHLANTIRISH TIZIMI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17520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30+ kun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4747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faol, muddati kelganda ko'rinadi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017520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0–30 kun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4747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Sariq ogohlantirish chiqadi — diqqat!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1752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Muddati o'tgan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34747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Qizil xatolik xabari ko'rsatiladi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| QIDIRUV FUNKSIYASI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13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</a:rPr>
              <a:t>⚙️  Qidiruv ishlash mantiqı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Foydalanuvchi qidiruv maydoniga so'z kiritadi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3200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745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so'rovi ?search=... parametri bilan yuboriladi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40280"/>
            <a:ext cx="3200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317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SQL LIKE operatori %qidiruv_matni% shaklida ishlatiladi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97480"/>
            <a:ext cx="3200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889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Qidiruv d.id va d.title ustunlari bo'yicha amalga oshiriladi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3200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461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Admin: barcha hujjatlar qidiriladi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611880"/>
            <a:ext cx="3200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033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User: faqat o'z hujjatlari (uploaded_by=user_id) qidiriladi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069080"/>
            <a:ext cx="32004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605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Natijalar ORDER BY d.id DESC bilan tartiblanadi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1E1E2E"/>
          </a:solidFill>
          <a:ln w="12700">
            <a:solidFill>
              <a:srgbClr val="3D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solidFill>
            <a:srgbClr val="2D2B55"/>
          </a:solidFill>
          <a:ln w="12700">
            <a:solidFill>
              <a:srgbClr val="2D2B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📝  SQL Query (Admin uchun)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6184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d.*, u.username AS owner,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8653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u.role AS owner_role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1122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3591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documents 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6060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8529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 u ON d.uploaded_by = u.id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0998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3467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d.id LIKE '%search%'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5935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d.title LIKE '%search%'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384048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d.id DESC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| PROFIL VA SOZLAMALAR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14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Profil sahifasi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256032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444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Foydalanuvchining to'liq ismi ko'rsatiladi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256032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19568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(ADMIN / USER) badge sifatida ko'rinadi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450592"/>
            <a:ext cx="256032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yuklangan hujjatlar soni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256032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29809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rasmi (avatar) ko'rsatiladi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256032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3493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Sozlamalar sahifasiga o'tish tugmasi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Sozlamalar sahifasi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426464"/>
            <a:ext cx="109728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426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To'liq ism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144475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O'zgartirish imkoni mavjud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938528"/>
            <a:ext cx="109728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Email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1956816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 manzili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450592"/>
            <a:ext cx="109728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450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Parol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246888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parol o'rnatish (ixtiyoriy)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962656"/>
            <a:ext cx="109728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9626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Profil rasmi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2980944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yuklash (.jpg, .png)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474720"/>
            <a:ext cx="109728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Saqlash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49300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so'rovi bilan yangilanadi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| FAYL BOSHQARUVI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15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97A"/>
                </a:solidFill>
              </a:rPr>
              <a:t>FAYL YUKLASH JARAYONI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155448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3716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fayl tanlaydi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47088" y="1783080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371600"/>
            <a:ext cx="1554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13716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95728" y="14173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secure_filename() himoya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84448" y="1783080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371600"/>
            <a:ext cx="155448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13716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33088" y="14173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tekshiruv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21808" y="1783080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371600"/>
            <a:ext cx="1554480" cy="8229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3716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70448" y="14173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Vaqt+nom bilan saqlash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59168" y="1783080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371600"/>
            <a:ext cx="155448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13716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07808" y="14173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Bazaga fayl yo'li yoziladi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468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468880"/>
            <a:ext cx="64008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5603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joyi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28346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 uploads/ papkasiga saqlanadi.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formati: YYYYMMDDHHMM_filename.ext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nom to'qnashuvini oldini oladi.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246888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468880"/>
            <a:ext cx="64008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5603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ko'rish xavfsizligi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09160" y="283464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Faylni ko'rish uchun /view_file/&lt;id&gt; route.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o'z faylini ko'ra oladi. Boshqasiniki ko'rishga urinsa ogohlantirish chiqadi.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749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749040"/>
            <a:ext cx="64008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8404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o'chirish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1480" y="41148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o'chirilganda os.remove() orqali fayl diskdan ham o'chiriladi. Xato bo'lsa try/except bilan o'tkazib yuboriladi.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74904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3749040"/>
            <a:ext cx="64008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8404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yuklash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09160" y="41148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rasmi uploads/avatars/ ga saqlanadi. Fayl nomi: user_{id}_filename.ext shaklida. Bootstrap 4 bilan ko'rsatiladi.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| TIZIM ARXITEKTURASI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16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960120"/>
            <a:ext cx="640080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10058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QATLAMI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2893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HTML5 + Bootstrap 4 + Jinja2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0" cy="201168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828800"/>
            <a:ext cx="64008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1874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QATLAMI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1579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URL Routes: /, /login, /dashboard, /add, /edit, /delete...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514600"/>
            <a:ext cx="0" cy="201168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697480"/>
            <a:ext cx="6400800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2743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LOGIKASI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02666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app.py: login_required, generate_custom_id, expire hisoblash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3383280"/>
            <a:ext cx="0" cy="201168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3566160"/>
            <a:ext cx="6400800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63040" y="36118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QATLAMI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8953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DB: users + documents jadvallar, FOREIGN KEY aloqasi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4251960"/>
            <a:ext cx="0" cy="201168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4434840"/>
            <a:ext cx="6400800" cy="6858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63040" y="44805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47640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uploads/ papka: hujjatlar va avatarlar diskda saqlanadi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| NATIJALAR VA TAHLIL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17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kategoriyasi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46888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muddati turi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2011680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6344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roli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914400"/>
            <a:ext cx="2011680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85800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86000"/>
            <a:ext cx="6400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774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Muvaffaqiyatli amalga oshirilgan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 asosidagi kirish nazorati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Fayl yuklash va boshqarish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Muddatlar ogohlantirish tizimi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Qidiruv mexanizmi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28600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286000"/>
            <a:ext cx="6400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3774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ishlash ko'rsatkichlari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265176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development serveri: localhost:5000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server talab qilmaydi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CDN: tez yuklash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cookie asosida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3566160"/>
          <a:ext cx="8595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16–17 | KUCHLI VA ZAIF TOMONLAR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18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💪  KUCHLI TOMONLAR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411480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Sodda va intuitiv foydalanuvchi interfeysi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01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 asosidagi xavfsizlik tizimi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11480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311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Avtomatik ID generatsiya (IM-001, DI-002...)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609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Muddatlar bo'yicha aqlli ogohlantirish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72384"/>
            <a:ext cx="411480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90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Fayl nomida vaqt tamg'asi — unikal saqlanish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0215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20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Server talab qilmaydigan SQLite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411480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502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Bootstrap bilan responsive dizayn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 TAKOMILLASHTIRISH ZARUR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53312"/>
            <a:ext cx="42062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CSRF himoya mexanizmi yo'q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78308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801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Parol qoidalari (min uzunlik) tekshirilmaydi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212848"/>
            <a:ext cx="42062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311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Email tasdiqlash tizimi mavjud emas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642616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6609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Rasm hajmi cheklanmagan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072384"/>
            <a:ext cx="42062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90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endpoint (REST/JSON) yo'q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502152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520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Loglarni saqlash mexanizmi kerak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931920"/>
            <a:ext cx="4206240" cy="402336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9502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Unit test va integration test yo'q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54864" cy="49971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| XULOSA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57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822960"/>
            <a:ext cx="8092440" cy="502920"/>
          </a:xfrm>
          <a:prstGeom prst="rect">
            <a:avLst/>
          </a:prstGeom>
          <a:solidFill>
            <a:srgbClr val="1B2B3A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85039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Hujjatlarini Boshqarish Tizimi Python/Flask texnologiyasi asosida muvaffaqiyatli yaratildi va to'liq ishlaydi.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457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45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1645920"/>
            <a:ext cx="8092440" cy="502920"/>
          </a:xfrm>
          <a:prstGeom prst="rect">
            <a:avLst/>
          </a:prstGeom>
          <a:solidFill>
            <a:srgbClr val="1B2B3A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7335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ikkita asosiy foydalanuvchi rolini qo'llab-quvvatlaydi: admin va oddiy foydalanuvchi — har biri o'z huquqlari doirasida ishlaydi.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57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68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468880"/>
            <a:ext cx="8092440" cy="502920"/>
          </a:xfrm>
          <a:prstGeom prst="rect">
            <a:avLst/>
          </a:prstGeom>
          <a:solidFill>
            <a:srgbClr val="1B2B3A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49631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 hujjat kategoriyasi, 3 ta saqlash muddati turi va avtomatik ID generatsiya tizimi amalga oshirildi.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457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291840"/>
            <a:ext cx="8092440" cy="502920"/>
          </a:xfrm>
          <a:prstGeom prst="rect">
            <a:avLst/>
          </a:prstGeom>
          <a:solidFill>
            <a:srgbClr val="1B2B3A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31927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parol himoyasi, session autentifikatsiyasi va fayl nomi himoyasi orqali xavfsizlik ta'minlandi.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457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14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05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114800"/>
            <a:ext cx="8092440" cy="502920"/>
          </a:xfrm>
          <a:prstGeom prst="rect">
            <a:avLst/>
          </a:prstGeom>
          <a:solidFill>
            <a:srgbClr val="1B2B3A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4223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Kelajakda REST API, CSRF himoya, email tasdiqlash va Docker konteynerizatsiya qo'shilishi rejalashtirilgan.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19–20 | FOYDALANILGAN ADABIYOTLAR VA SAVOLLAR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20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38404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[1]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98755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Grinberg M. Flask Web Development. O'Reilly Media, 2018. — 316 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10512"/>
            <a:ext cx="38404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10512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[2]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88366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Foundation. Python 3 Documentation. docs.python.org, 2024.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0662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06624"/>
            <a:ext cx="38404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06624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[3]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7977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Pallets Projects. Flask Official Documentation. flask.palletsprojects.com, 2024.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02736"/>
            <a:ext cx="38404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02736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[4]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6758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Consortium. SQLite Documentation. sqlite.org/docs.html, 2024.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38404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91440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[5]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98755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Team. Bootstrap 4 Documentation. getbootstrap.com/docs/4.6, 2023.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810512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810512"/>
            <a:ext cx="38404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810512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[6]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188366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Developer Network. HTML5 and Web APIs. developer.mozilla.org, 2024.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70662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06624"/>
            <a:ext cx="38404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706624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[7]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277977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Werkzeug. Werkzeug Utilities Documentation. werkzeug.palletsprojects.com, 2024.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602736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602736"/>
            <a:ext cx="38404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602736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[8]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36758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Web Application Security Guide. owasp.org, 2024.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7A"/>
                </a:solidFill>
              </a:rPr>
              <a:t>🙏  E'tiboringiz uchun rahmat!  |  Savollar qabul qilinadi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Arxiv Hujjatlarini Boshqarish Tizimi</dc:title>
  <dc:subject>PptxGenJS Presentation</dc:subject>
  <dc:creator>PptxGenJS</dc:creator>
  <cp:lastModifiedBy>PptxGenJS</cp:lastModifiedBy>
  <cp:revision>1</cp:revision>
  <dcterms:created xsi:type="dcterms:W3CDTF">2026-04-12T16:57:46Z</dcterms:created>
  <dcterms:modified xsi:type="dcterms:W3CDTF">2026-04-12T16:57:46Z</dcterms:modified>
</cp:coreProperties>
</file>